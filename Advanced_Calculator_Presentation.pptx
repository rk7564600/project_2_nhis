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73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0BF22-BD02-300B-BB21-B02648AE1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BB9E9E-D59A-210B-0840-DDFBE9E66999}"/>
              </a:ext>
            </a:extLst>
          </p:cNvPr>
          <p:cNvSpPr txBox="1"/>
          <p:nvPr/>
        </p:nvSpPr>
        <p:spPr>
          <a:xfrm>
            <a:off x="457200" y="3750749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E168AA-BC2D-FE72-65F1-005FA3F4AFD2}"/>
              </a:ext>
            </a:extLst>
          </p:cNvPr>
          <p:cNvSpPr txBox="1"/>
          <p:nvPr/>
        </p:nvSpPr>
        <p:spPr>
          <a:xfrm>
            <a:off x="130987" y="3750748"/>
            <a:ext cx="889109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chemeClr val="bg1"/>
                </a:solidFill>
                <a:effectLst/>
                <a:latin typeface="Work Sans"/>
              </a:rPr>
              <a:t>Next Hikes | Elevating Digital Experiences</a:t>
            </a:r>
          </a:p>
          <a:p>
            <a:pPr algn="l">
              <a:buNone/>
            </a:pPr>
            <a:endParaRPr lang="en-US" b="1" i="0" dirty="0">
              <a:solidFill>
                <a:schemeClr val="bg1"/>
              </a:solidFill>
              <a:effectLst/>
              <a:latin typeface="Work Sans"/>
            </a:endParaRPr>
          </a:p>
          <a:p>
            <a:pPr algn="just"/>
            <a:r>
              <a:rPr lang="en-US" sz="1600" b="1" dirty="0">
                <a:solidFill>
                  <a:schemeClr val="bg1"/>
                </a:solidFill>
                <a:latin typeface="Work Sans"/>
              </a:rPr>
              <a:t>Next Hike IT Solutions </a:t>
            </a:r>
            <a:r>
              <a:rPr lang="en-US" sz="1600" dirty="0">
                <a:solidFill>
                  <a:schemeClr val="bg1"/>
                </a:solidFill>
                <a:latin typeface="Work Sans"/>
              </a:rPr>
              <a:t>is a growing IT services and solutions company that focuses on delivering innovative, reliable, and cost-effective technology solutions. The company specializes in providing        end-to-end IT services, helping businesses improve efficiency, productivity, and digital transformation.</a:t>
            </a:r>
          </a:p>
          <a:p>
            <a:pPr algn="just"/>
            <a:r>
              <a:rPr lang="en-US" sz="1600" b="1" dirty="0">
                <a:solidFill>
                  <a:schemeClr val="bg1"/>
                </a:solidFill>
                <a:latin typeface="Work Sans"/>
              </a:rPr>
              <a:t>Next Hike IT Solutions </a:t>
            </a:r>
            <a:r>
              <a:rPr lang="en-US" sz="1600" dirty="0">
                <a:solidFill>
                  <a:schemeClr val="bg1"/>
                </a:solidFill>
                <a:latin typeface="Work Sans"/>
              </a:rPr>
              <a:t>is committed to quality, client satisfaction, and continuous innovation, making it a trusted technology partner for organizations across various industries.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FFA69D2-6264-D358-0EEC-17E0676B3E11}"/>
              </a:ext>
            </a:extLst>
          </p:cNvPr>
          <p:cNvSpPr txBox="1">
            <a:spLocks/>
          </p:cNvSpPr>
          <p:nvPr/>
        </p:nvSpPr>
        <p:spPr>
          <a:xfrm>
            <a:off x="1411224" y="2182638"/>
            <a:ext cx="6321552" cy="106348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gradFill flip="none" rotWithShape="1">
                  <a:gsLst>
                    <a:gs pos="30000">
                      <a:srgbClr val="FFFF71"/>
                    </a:gs>
                    <a:gs pos="2000">
                      <a:schemeClr val="bg2">
                        <a:lumMod val="40000"/>
                        <a:lumOff val="60000"/>
                      </a:schemeClr>
                    </a:gs>
                    <a:gs pos="75000">
                      <a:srgbClr val="FF0000"/>
                    </a:gs>
                    <a:gs pos="100000">
                      <a:srgbClr val="7030A0"/>
                    </a:gs>
                  </a:gsLst>
                  <a:lin ang="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Next</a:t>
            </a:r>
            <a:r>
              <a:rPr lang="en-US" b="1">
                <a:gradFill flip="none" rotWithShape="1">
                  <a:gsLst>
                    <a:gs pos="47000">
                      <a:srgbClr val="FFFF71"/>
                    </a:gs>
                    <a:gs pos="2000">
                      <a:schemeClr val="tx2"/>
                    </a:gs>
                    <a:gs pos="83000">
                      <a:srgbClr val="FF0000"/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 Hikes IT </a:t>
            </a:r>
            <a:r>
              <a:rPr lang="en-US" b="1">
                <a:gradFill flip="none" rotWithShape="1">
                  <a:gsLst>
                    <a:gs pos="23000">
                      <a:srgbClr val="FFFF71"/>
                    </a:gs>
                    <a:gs pos="2000">
                      <a:schemeClr val="tx2"/>
                    </a:gs>
                    <a:gs pos="61000">
                      <a:schemeClr val="accent1">
                        <a:lumMod val="60000"/>
                        <a:lumOff val="40000"/>
                      </a:schemeClr>
                    </a:gs>
                    <a:gs pos="90000">
                      <a:schemeClr val="accent6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endParaRPr lang="en-US" b="1" dirty="0">
              <a:gradFill flip="none" rotWithShape="1">
                <a:gsLst>
                  <a:gs pos="23000">
                    <a:srgbClr val="FFFF71"/>
                  </a:gs>
                  <a:gs pos="2000">
                    <a:schemeClr val="tx2"/>
                  </a:gs>
                  <a:gs pos="61000">
                    <a:schemeClr val="accent1">
                      <a:lumMod val="60000"/>
                      <a:lumOff val="40000"/>
                    </a:schemeClr>
                  </a:gs>
                  <a:gs pos="90000">
                    <a:schemeClr val="accent6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AB216-AA30-114A-716B-FB0249470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0769" y="967295"/>
            <a:ext cx="3302461" cy="1215343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6399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A1018A9-5708-D2A3-1007-BA99CAB7ED66}"/>
              </a:ext>
            </a:extLst>
          </p:cNvPr>
          <p:cNvSpPr txBox="1">
            <a:spLocks/>
          </p:cNvSpPr>
          <p:nvPr/>
        </p:nvSpPr>
        <p:spPr>
          <a:xfrm>
            <a:off x="121887" y="2395699"/>
            <a:ext cx="8900225" cy="238558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My name is </a:t>
            </a:r>
            <a:r>
              <a:rPr lang="en-US" sz="1600" b="1" dirty="0"/>
              <a:t>Roshan Kumar</a:t>
            </a:r>
            <a:r>
              <a:rPr lang="en-US" sz="1600" dirty="0"/>
              <a:t>, and I am passionate about </a:t>
            </a:r>
            <a:r>
              <a:rPr lang="en-US" sz="1600" b="1" dirty="0"/>
              <a:t>data analysis and dashboard development</a:t>
            </a:r>
            <a:r>
              <a:rPr lang="en-US" sz="1600" dirty="0"/>
              <a:t>.</a:t>
            </a:r>
          </a:p>
          <a:p>
            <a:r>
              <a:rPr lang="en-US" sz="1600" dirty="0"/>
              <a:t>I have hands-on experience in </a:t>
            </a:r>
            <a:r>
              <a:rPr lang="en-US" sz="1600" b="1" dirty="0"/>
              <a:t>Excel, Power Query, Pivot Tables, and VBA Macros, Python, SQL, Power BI</a:t>
            </a:r>
            <a:r>
              <a:rPr lang="en-US" sz="1600" dirty="0"/>
              <a:t>.</a:t>
            </a:r>
          </a:p>
          <a:p>
            <a:r>
              <a:rPr lang="en-US" sz="1600" dirty="0"/>
              <a:t>I enjoy working on </a:t>
            </a:r>
            <a:r>
              <a:rPr lang="en-US" sz="1600" b="1" dirty="0"/>
              <a:t>data cleaning, transformation, and automation</a:t>
            </a:r>
            <a:r>
              <a:rPr lang="en-US" sz="1600" dirty="0"/>
              <a:t> to convert raw data into meaningful insights.</a:t>
            </a:r>
          </a:p>
          <a:p>
            <a:r>
              <a:rPr lang="en-US" sz="1600" dirty="0"/>
              <a:t>I focus on building </a:t>
            </a:r>
            <a:r>
              <a:rPr lang="en-US" sz="1600" b="1" dirty="0"/>
              <a:t>interactive, user-friendly, and scalable dashboards</a:t>
            </a:r>
            <a:r>
              <a:rPr lang="en-US" sz="1600" dirty="0"/>
              <a:t> for effective decision-making.</a:t>
            </a:r>
          </a:p>
          <a:p>
            <a:r>
              <a:rPr lang="en-US" sz="1600" dirty="0"/>
              <a:t>This project showcases my ability to handle </a:t>
            </a:r>
            <a:r>
              <a:rPr lang="en-US" sz="1600" b="1" dirty="0"/>
              <a:t>end-to-end data workflows</a:t>
            </a:r>
            <a:r>
              <a:rPr lang="en-US" sz="1600" dirty="0"/>
              <a:t>, from raw datasets to professional dashboards.</a:t>
            </a:r>
          </a:p>
          <a:p>
            <a:endParaRPr lang="en-US" sz="1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EBE600-EA05-2C9D-0563-18465F08A26A}"/>
              </a:ext>
            </a:extLst>
          </p:cNvPr>
          <p:cNvSpPr txBox="1">
            <a:spLocks/>
          </p:cNvSpPr>
          <p:nvPr/>
        </p:nvSpPr>
        <p:spPr>
          <a:xfrm>
            <a:off x="121887" y="732139"/>
            <a:ext cx="5937570" cy="73947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Work Sans"/>
              </a:rPr>
              <a:t>Introduction – Roshan Kumar</a:t>
            </a:r>
            <a:endParaRPr lang="en-US" sz="3600" dirty="0">
              <a:latin typeface="Work Sans"/>
            </a:endParaRPr>
          </a:p>
        </p:txBody>
      </p:sp>
    </p:spTree>
    <p:extLst>
      <p:ext uri="{BB962C8B-B14F-4D97-AF65-F5344CB8AC3E}">
        <p14:creationId xmlns:p14="http://schemas.microsoft.com/office/powerpoint/2010/main" val="281801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46514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Advanced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50749"/>
            <a:ext cx="8229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rPr dirty="0"/>
              <a:t>A Professional Multi-Mode Calculator Application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dirty="0">
                <a:solidFill>
                  <a:schemeClr val="bg1"/>
                </a:solidFill>
              </a:rPr>
              <a:t>Python | PyQt5 | Real-time Conversions &amp; Graphing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🎯 Advanced calculator with multiple operational modes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💻 Built with PyQt5 for professional desktop application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🌈 Customizable themes (Dark, Light, Colorful)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⚙️ Real-time unit conversions with 9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📊 Function graphing with matplotlib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🔄 Live currency rate fetching via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⌨️ Full keyboard support for all modes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t>💾 Persistent settings storage with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✨ 4 Calculator Modes: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Basic Calculator - Simple arithmetic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Scientific Calculator - Advanced math functions (sin, cos, log, factorial,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Unit Converter - 9 categories with 40+ units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Graphing Mode - Plot and analyze functions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🎨 Theme System - Choose from Dark, Light, or Colorful themes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📱 Responsive UI - Window resizable with proper scaling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⚡ Instant Calculations - Auto-convert on input changes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Calculator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📐 BASIC MODE: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Numbers 0-9, operations (+, -, ×, ÷), history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🔬 SCIENTIFIC MODE: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Trigonometric (sin, cos, tan), logarithmic (log, ln),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Advanced functions (sqrt, factorial, </a:t>
            </a:r>
            <a:r>
              <a:rPr dirty="0" err="1"/>
              <a:t>e^x</a:t>
            </a:r>
            <a:r>
              <a:rPr dirty="0"/>
              <a:t>, 1/x), angle conversions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🔄 CONVERTER MODE: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Temperature • Length • Weight • Volume • Area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Speed • Time • Energy • Currency (live rates)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📈 GRAPHING MODE: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Visualize mathematical functions, derivatives, histograms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Converter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9 Converter Categories: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1. Temperature (°C, °F, 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2. Length (meters, km, miles, inches, feet, yards)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3. Weight &amp; Mass (kg, g, pounds, ounces, stone)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4. Volume (liters, gallons, cups, tablespoons)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5. Area (m², km², acres, hectares)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6. Speed (m/s, km/h, mph, knots)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7. Time (seconds to years)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8. Energy (joules, calories, watt-hours)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9. Currency (20+ currencies with live API updates)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Currency Converter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🌐 Live Rate Updates: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Fetches rates from </a:t>
            </a:r>
            <a:r>
              <a:rPr dirty="0" err="1"/>
              <a:t>exchangerate.host</a:t>
            </a:r>
            <a:r>
              <a:rPr dirty="0"/>
              <a:t> API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Falls back to hardcoded rates if API unavailable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Auto-refresh when needed currencies not in cache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💱 Currency Display: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Shows currency symbols ($ € £ ¥ ₹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20+ supported currencies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Real-time conversion calculations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⚡ Performance: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5-second timeout for API calls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Intelligent rate caching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History Tracking &amp; Settings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📜 History System: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Converter: Shows last 10 conversions (per converter type)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Basic Calculator: Shows last 10 calculations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Format: 'Value Unit = Result' or 'Expression = Result'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Resizable history panel with Reset button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⚙️ Customizable Settings: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Calculator Name - Personalize your app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Background Color (hex) - Custom background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Font Color (hex) - Custom text color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Font Size (8-48pt) - Default 12pt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Font Style - Calibri, Segoe UI, Arial, Times New Roman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Theme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42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🎨 Three Built-in Themes: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🌙 DARK THEME: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Background: #1e1e1e | Display: #00ff00 (hacker aesthetic)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☀️ LIGHT THEME: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Background: #f5f5f5 | Text: #000000 (clean modern)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🌿 COLORFUL THEME: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Background: #f0fff4 (light mint) | Text: #033d0b (dark green)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Buttons: #9fe6a0 (light green)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✨ Theme Features</a:t>
            </a:r>
            <a:r>
              <a:rPr dirty="0"/>
              <a:t>: Button shadows, hover effects, pressed states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Keyboard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⌨️ Numbers &amp; Operations: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Numbers 0-9, +, -, *, /, ., (, 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Ctrl Keys: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Backspace - Delete last character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Delete - Clear all input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Enter - Execute calculation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Smart Context Awareness: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Keyboard input adapts to active tab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Works in any calculator mode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Seamless integration with mouse clicks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💡 Full keyboard navigation without mouse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User Interface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🎛️ Main Toolbar: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Mode Dropdown • Theme Buttons (Dark/Light/Colorful) • Settings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🔀 Multi-Tab Interface: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Basic • Scientific • Converter • Graphing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📱 Responsive Design: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Splitter-based layouts for horizontal &amp; vertical resizing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Auto-scaling converter items with word wrapping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Variable-height list items for text readability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🎯 Accessibility: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Large buttons (18+ pt font) • Clear labels • Intuitive layout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🏗️ Module Structure: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main.py - Main GUI application (1164 lines)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calculator_engine.py - Math evaluation &amp;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converters.py - Unit conversion logic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graphing.py - Matplotlib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themes.py - Stylesheet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🔧 Core Technologies: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Python 3.7+ • PyQt5 5.15.9 • Matplotlib 3.8.2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NumPy 1.26.3 • Requests 2.0+ • Decimal module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Settings &amp;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💾 Data Storage: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JSON file: </a:t>
            </a:r>
            <a:r>
              <a:rPr dirty="0" err="1"/>
              <a:t>settings.json</a:t>
            </a:r>
            <a:r>
              <a:rPr dirty="0"/>
              <a:t> in application directory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Persistent Settings Saved: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Theme preference (dark/light/colorful)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Calculator name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Custom background color (hex)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Custom font color (hex)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Custom font size (8-48pt)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Custom font style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⚡ Auto-load on startup </a:t>
            </a:r>
            <a:r>
              <a:rPr dirty="0"/>
              <a:t>• Auto-save on changes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Converter Panel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🔄 Smart Converter Selection: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Click converter type • History clears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📊 Dual-Unit Conversion: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From Unit dropdown ↔ To Unit dropdown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Auto-convert on: value Enter • unit change • keypad input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⌨️ On-Screen Keypad: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Number buttons (0-9) • Decimal (.) • Negative (-)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Delete button (⌫) • Clear • Paste functions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📈 Real-Time Results: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Instant display format: 'Result: 100 USD = $ 8312'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Calculator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🧮 Expression Evaluation: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Uses </a:t>
            </a:r>
            <a:r>
              <a:rPr dirty="0" err="1"/>
              <a:t>calculator_engine.evaluate</a:t>
            </a:r>
            <a:r>
              <a:rPr dirty="0"/>
              <a:t>() for safe math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Scientific Functions Available: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sin, cos, tan • </a:t>
            </a:r>
            <a:r>
              <a:rPr dirty="0" err="1"/>
              <a:t>asin</a:t>
            </a:r>
            <a:r>
              <a:rPr dirty="0"/>
              <a:t>, </a:t>
            </a:r>
            <a:r>
              <a:rPr dirty="0" err="1"/>
              <a:t>acos</a:t>
            </a:r>
            <a:r>
              <a:rPr dirty="0"/>
              <a:t>, </a:t>
            </a:r>
            <a:r>
              <a:rPr dirty="0" err="1"/>
              <a:t>atan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sqrt, log (base 10) • ln (natural log)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exp, factorial, π, 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⚙️ Advanced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Parentheses support • Order of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Decimal precision • Error handling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Expression memory after calculation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Graphing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📊 Function Plotting: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Input mathematical expressions (e.g., sin(x), x^2)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Visualize single or multiple functions simultaneously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🔍 Analysis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Plot derivatives of functions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Generate histograms for data distribution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Adjustable X-axis range (min/max)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🎨 Matplotlib Integration: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Embedded canvas in PyQt5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Interactive plotting • Zoom &amp; pan support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Window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📐 Default Dimensions: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Width: 550px • Height: 750px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Minimum Size: 400x500px (prevents collapse)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🔄 Resizable Components: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Horizontal: Converter sidebar ↔ Details panel (</a:t>
            </a:r>
            <a:r>
              <a:rPr dirty="0" err="1"/>
              <a:t>QSplitter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Vertical: History ↔ Controls (</a:t>
            </a:r>
            <a:r>
              <a:rPr dirty="0" err="1"/>
              <a:t>QSplitter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Full window: Drag edges/corners to resize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⚡ Smart Scaling: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UI elements scale proportionally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Text wrapping adjusts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Layouts maintain structure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Data Flow &amp;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Input Processing: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User input (keyboard/click) → Validation → Calculation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Calculation Pipeline: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Parse expression → Evaluate → Format result → Display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Conversion Pipeline: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Get value → Select units → Convert → Display + History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Settings Pipeline: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User changes → Dialog → Save to JSON → Apply theme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🔄 Real-time Updates: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Auto-calculation on input • Instant history entries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Error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529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✅ Input Validation: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Check for empty/invalid values before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Verify unit selection in converters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Validate numeric inputs with try-except blocks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🛡️ Exception Handling: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Math errors → Display 'Error' message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API timeouts → Fallback to cached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Missing settings → Use defaults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⚠️ User Feedback: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Clear error messages • Visual indicators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Recovery options (Clear, Reset buttons)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Performance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⚡ Efficiency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Currency rate caching (API called only when needed)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5-second API timeout (prevents hanging)</a:t>
            </a:r>
            <a:r>
              <a:rPr lang="en-US" dirty="0"/>
              <a:t>, </a:t>
            </a:r>
            <a:r>
              <a:rPr dirty="0"/>
              <a:t>Limited history (10 items per converter)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💾 Memory Management: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Efficient string operations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Proper widget cleanup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Minimal file I/O (JSON settings only)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🎯 Responsive UI: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Non-blocking calculations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Instant keyboard processing</a:t>
            </a:r>
            <a:r>
              <a:rPr lang="en-US" dirty="0"/>
              <a:t> &amp; </a:t>
            </a:r>
            <a:r>
              <a:rPr dirty="0"/>
              <a:t>Smooth theme switching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Potential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772400" cy="4503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b="1" dirty="0"/>
              <a:t>🔮 Possible Features: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Expression memory/recall (M+, M-, MR, MC buttons)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Programmable mode (binary, octal, hexadecimal)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Statistical functions (mean, median, std deviation)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Unit conversion presets/favorites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Calculation templates/macros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Export history to CSV/PDF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Multi-language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232"/>
                </a:solidFill>
              </a:defRPr>
            </a:pPr>
            <a:r>
              <a:rPr dirty="0"/>
              <a:t>   • Dark-mode-specific UI refinements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6571" y="950686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82538"/>
            <a:ext cx="82296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rPr dirty="0"/>
              <a:t>Advanced Calculator - A Complete Python Desktop </a:t>
            </a:r>
            <a:r>
              <a:rPr dirty="0">
                <a:solidFill>
                  <a:schemeClr val="bg1"/>
                </a:solidFill>
              </a:rPr>
              <a:t>Application</a:t>
            </a:r>
            <a:endParaRPr lang="en-US" dirty="0">
              <a:solidFill>
                <a:schemeClr val="bg1"/>
              </a:solidFill>
            </a:endParaRPr>
          </a:p>
          <a:p>
            <a:pPr algn="ctr">
              <a:defRPr sz="2800">
                <a:solidFill>
                  <a:srgbClr val="C8C8C8"/>
                </a:solidFill>
              </a:defRPr>
            </a:pPr>
            <a:endParaRPr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dirty="0">
                <a:solidFill>
                  <a:schemeClr val="bg1"/>
                </a:solidFill>
              </a:rPr>
              <a:t>Built with PyQt5 | Features Real-time APIs | Full Keyboard Support</a:t>
            </a:r>
          </a:p>
          <a:p>
            <a:endParaRPr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dirty="0">
                <a:solidFill>
                  <a:schemeClr val="bg1"/>
                </a:solidFill>
              </a:rPr>
              <a:t>Ready to calculate, convert, and visualize!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1775</Words>
  <Application>Microsoft Office PowerPoint</Application>
  <PresentationFormat>On-screen Show (4:3)</PresentationFormat>
  <Paragraphs>231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Roshan Kumar</cp:lastModifiedBy>
  <cp:revision>4</cp:revision>
  <dcterms:created xsi:type="dcterms:W3CDTF">2013-01-27T09:14:16Z</dcterms:created>
  <dcterms:modified xsi:type="dcterms:W3CDTF">2026-02-21T01:56:59Z</dcterms:modified>
  <cp:category/>
</cp:coreProperties>
</file>